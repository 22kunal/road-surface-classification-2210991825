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91"/>
  </p:normalViewPr>
  <p:slideViewPr>
    <p:cSldViewPr snapToGrid="0">
      <p:cViewPr varScale="1">
        <p:scale>
          <a:sx n="122" d="100"/>
          <a:sy n="122" d="100"/>
        </p:scale>
        <p:origin x="129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Approaches to Road Surface Classification: Assessing CNN vs. KNN Models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Kunal Kumar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2210991825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Lalit K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&amp; Problem Statement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Objectives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Methodology &amp; CNN Architecture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Tools and Technologies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Implementation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Results and Performance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Road surface condition (Dry/Wet/Muddy) directly affects braking distance and vehicle stability.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Autonomous vehicles and ADAS need real-time surface awareness to adapt control parameters.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inspection is not scalable; single-sensor approaches are brittle under varying conditions.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CV methods using GLCM/LBP features lack robustness to lighting and weather changes.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Deep learning (CNN) provides automated, scalable, and robust road surface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Develop a hybrid CNN-KNN model classifying road surfaces into Dry, Wet, and Muddy.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Evaluate performance using accuracy, precision, recall, and F1-score.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Compare against baselines: LSTM, Random Forest, ResNet50, and SVM.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Demonstrate applicability for autonomous driving and intelligent transportation systems.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Provide reproducible implementation with code and results on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CNN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Phase 1 — Data: 10,680 images (Dry/Wet/Muddy), 180x180px, augmentation, 80/20 split.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Phase 2 — CNN: 4 Conv2D layers (32→64→128→128) + 4 MaxPooling + Dropout(0.3) + Dense(128).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Phase 3 — KNN: Feature vectors from FC layer fed to KNeighborsClassifier for final prediction.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Phase 4 — Evaluation: Accuracy, precision, recall, F1, confusion matrix vs. all baselines.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CNN learns visual features (texture, wetness); KNN classifies by neighborhood similarity.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840348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Python 3.10 — Primary programming language.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TensorFlow 2.x / Keras — CNN model building, training, and evaluation.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Scikit-learn — KNN classifier, precision, recall, F1, confusion matrix.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Matplotlib / Seaborn — Training graphs and confusion matrix visualization.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Google Colab (T4 GPU) — Cloud training environment with free GPU.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Kaggle — Public road surface image dataset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Data pipeline: image_dataset_from_directory, 128x128px, batch 16, AUTOTUNE prefetch.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CNN: Rescaling → Conv2D(32) → Pool → Conv2D(64) → Pool → Conv2D(128)x2 → Pool → Dropout → Dense(128).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Training: Adam optimizer, SparseCategoricalCrossentropy, 15 epochs with validation monitoring.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KNN: Penultimate layer features extracted → KNeighborsClassifier → predictions on test set.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All code, results, graphs, and trained model saved to public GitHub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Overall accuracy: 98.31% on 10,680 road surface images across 3 classes.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Dry Road: Precision 98.36% | Recall 98.36% | F1-Score 98.36%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Wet Road: Precision 98.31% | Recall 98.31% | F1-Score 98.31%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Muddy Road: Precision 98.27% | Recall 98.27% | F1-Score 98.27%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Outperforms: Random Forest 93.44%, ResNet50 91.06%, LSTM 90.56%, SVM 89.58%.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CNN-KNN hybrid achieves 98.31% accuracy — best among all compared models.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Balanced per-class F1 (98.27%–98.36%) — no class bias, stable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Outperforms ResNet50 despite being a simpler, more efficient architecture.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Future: Add snow/ice/gravel classes; incorporate night-time and adverse lighting data.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Future: Edge deployment (MobileNetV3); multi-modal sensor fusion (vision + accelerometer).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34708</TotalTime>
  <Words>664</Words>
  <Application>Microsoft Macintosh PowerPoint</Application>
  <PresentationFormat>On-screen Show (4:3)</PresentationFormat>
  <Paragraphs>84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Kunal Kumar</cp:lastModifiedBy>
  <cp:revision>2302</cp:revision>
  <dcterms:created xsi:type="dcterms:W3CDTF">2010-04-09T07:36:15Z</dcterms:created>
  <dcterms:modified xsi:type="dcterms:W3CDTF">2026-05-02T05:16:29Z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